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88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87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84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66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7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61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33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219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5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76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32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Fiber_Final/Story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6D5B3582-77C4-4B69-A0B4-E9A223FF2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1452" y="513348"/>
            <a:ext cx="7066547" cy="13314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Fiber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1FB56-18D2-AAB2-97A0-C0CE8A1B1FB7}"/>
              </a:ext>
            </a:extLst>
          </p:cNvPr>
          <p:cNvSpPr txBox="1"/>
          <p:nvPr/>
        </p:nvSpPr>
        <p:spPr>
          <a:xfrm>
            <a:off x="2895600" y="2782669"/>
            <a:ext cx="7291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BI visualization that will address the Google Fiber customer service team’s questions.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y 11">
            <a:extLst>
              <a:ext uri="{FF2B5EF4-FFF2-40B4-BE49-F238E27FC236}">
                <a16:creationId xmlns:a16="http://schemas.microsoft.com/office/drawing/2014/main" id="{8BCBDE08-9802-465A-9FCF-82F9A704A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7722"/>
            <a:ext cx="11903242" cy="5842556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2DCF11B2-5F09-59D8-94BE-2BCABA65F89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90919" y="1254083"/>
            <a:ext cx="3212323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call volume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Contacts 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peaked in March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24,453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contacts, following a slight dip in February.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Decay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 all three months, repeat call volume drops sharply after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 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(Contacts N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Weekly Peak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Monday is consistently the busiest day for first contact, accounting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~18.5%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total weekly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985CFC-7950-C5CA-4018-1AC2070030FE}"/>
              </a:ext>
            </a:extLst>
          </p:cNvPr>
          <p:cNvSpPr/>
          <p:nvPr/>
        </p:nvSpPr>
        <p:spPr>
          <a:xfrm>
            <a:off x="5013158" y="507722"/>
            <a:ext cx="1900989" cy="3906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7B7739-338D-943A-60B6-AAB0C893D972}"/>
              </a:ext>
            </a:extLst>
          </p:cNvPr>
          <p:cNvSpPr txBox="1"/>
          <p:nvPr/>
        </p:nvSpPr>
        <p:spPr>
          <a:xfrm>
            <a:off x="5013158" y="507722"/>
            <a:ext cx="190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Repeats by Month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 12">
            <a:extLst>
              <a:ext uri="{FF2B5EF4-FFF2-40B4-BE49-F238E27FC236}">
                <a16:creationId xmlns:a16="http://schemas.microsoft.com/office/drawing/2014/main" id="{ADFCAFF7-1744-413C-AC46-F0A0A55DE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7722"/>
            <a:ext cx="12192000" cy="584255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D84BC60-8068-65A0-48B1-DC3133F241E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919411" y="1063191"/>
            <a:ext cx="296778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Resolution Tracking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"Repeat Calls by First Call Date" table shows that while volume is high, the vast majority of issues are resolved without a call-back within the first 48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Market Dominance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Market_1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the highest volume of calls across all problem types, particularly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(Technician Troubleshooting)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(Internet/Wi-Fi).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7BD03E-C2FD-CBB6-FD51-2E6BD9B0696D}"/>
              </a:ext>
            </a:extLst>
          </p:cNvPr>
          <p:cNvSpPr/>
          <p:nvPr/>
        </p:nvSpPr>
        <p:spPr>
          <a:xfrm>
            <a:off x="4455695" y="526160"/>
            <a:ext cx="3280610" cy="3906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5580C-CFAB-AC15-D2C2-B6CAE411E263}"/>
              </a:ext>
            </a:extLst>
          </p:cNvPr>
          <p:cNvSpPr txBox="1"/>
          <p:nvPr/>
        </p:nvSpPr>
        <p:spPr>
          <a:xfrm>
            <a:off x="4572001" y="507722"/>
            <a:ext cx="328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 by Calls &amp; Market 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 13">
            <a:extLst>
              <a:ext uri="{FF2B5EF4-FFF2-40B4-BE49-F238E27FC236}">
                <a16:creationId xmlns:a16="http://schemas.microsoft.com/office/drawing/2014/main" id="{4BD9FC81-A250-4A58-8795-A1216BEA1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7722"/>
            <a:ext cx="12192000" cy="5842556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3D76314D-E298-0348-9A32-94C72EE5708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58988" y="1462489"/>
            <a:ext cx="3272589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Repeat Driver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issues generate the most immediate repeat calls (Day 1) across all markets, with Market_1 seeing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1,806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follow-ups for this issue alone.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Secondary Driver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troubleshooting is the second most frequent reason for Day 1 repeats in Market_1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1,180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calls) and Market_2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calls).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C8582-D30E-CF21-1417-A95DABEABA2B}"/>
              </a:ext>
            </a:extLst>
          </p:cNvPr>
          <p:cNvSpPr/>
          <p:nvPr/>
        </p:nvSpPr>
        <p:spPr>
          <a:xfrm>
            <a:off x="4796590" y="507722"/>
            <a:ext cx="2213810" cy="3906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7B4CF-3BF0-5B14-BCC9-7B1479ABD279}"/>
              </a:ext>
            </a:extLst>
          </p:cNvPr>
          <p:cNvSpPr txBox="1"/>
          <p:nvPr/>
        </p:nvSpPr>
        <p:spPr>
          <a:xfrm>
            <a:off x="4796590" y="507722"/>
            <a:ext cx="24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Day 1 Calls by Market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ory 14">
            <a:extLst>
              <a:ext uri="{FF2B5EF4-FFF2-40B4-BE49-F238E27FC236}">
                <a16:creationId xmlns:a16="http://schemas.microsoft.com/office/drawing/2014/main" id="{79E8FB31-30CB-4D5A-B525-B172C592F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3869"/>
            <a:ext cx="12192000" cy="58425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1E4B19-96F2-6FD3-71E9-238751FAC3C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264315" y="1702514"/>
            <a:ext cx="292768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Market 3 Anomaly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Market 3 has lower overall volume, its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calls represent a massive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69-73%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its total market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Impact Analysis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issues consistently represent a larger percentage of "First Repeat Calls" than they do "Day 0" calls, indicating that Internet/Wi-Fi issues are the hardest to resolve on the first attempt.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B394D-0CF4-BA50-44E6-04459C536E1B}"/>
              </a:ext>
            </a:extLst>
          </p:cNvPr>
          <p:cNvSpPr/>
          <p:nvPr/>
        </p:nvSpPr>
        <p:spPr>
          <a:xfrm>
            <a:off x="5013158" y="507722"/>
            <a:ext cx="2342147" cy="3906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53764-B010-9947-4176-6F03D4A73F17}"/>
              </a:ext>
            </a:extLst>
          </p:cNvPr>
          <p:cNvSpPr txBox="1"/>
          <p:nvPr/>
        </p:nvSpPr>
        <p:spPr>
          <a:xfrm>
            <a:off x="5149515" y="507722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Day 0 &amp; Day 1 Calls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</TotalTime>
  <Words>318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Google Fiber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sharath rao</cp:lastModifiedBy>
  <cp:revision>4</cp:revision>
  <dcterms:created xsi:type="dcterms:W3CDTF">2026-03-16T06:26:25Z</dcterms:created>
  <dcterms:modified xsi:type="dcterms:W3CDTF">2026-03-16T07:05:21Z</dcterms:modified>
</cp:coreProperties>
</file>